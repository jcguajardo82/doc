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499130-7513-4E38-9A95-01597C5B6D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9605FAA-9D1B-40B6-951B-237715A528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535DA32-5FD6-4F78-A7CD-38A864859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0D859-0BFA-4632-8CFB-F338A53676A5}" type="datetimeFigureOut">
              <a:rPr lang="es-MX" smtClean="0"/>
              <a:t>06/12/2021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85F07AA-EA61-499C-961A-6A58DDEC6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525E4B6-E7E6-4DB0-B1CC-175EE2138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3D8CD3-1B21-4E62-B7A9-F48C1869984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746001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08594C-8F2E-4F33-84A0-02C1F7B15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E3478B3-CCF6-4C4A-AB25-64569A4756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0F56377-18AC-4F99-A226-93F9856CB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0D859-0BFA-4632-8CFB-F338A53676A5}" type="datetimeFigureOut">
              <a:rPr lang="es-MX" smtClean="0"/>
              <a:t>06/12/2021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E407063-FABB-495D-9658-0F8DB32F4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E731BDE-AE67-49D1-B5F9-028CD3771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3D8CD3-1B21-4E62-B7A9-F48C1869984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15543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5C0045-F2C4-4ABE-A3FF-CAA354321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6AD5395-591B-4703-A251-84E8058073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AA06A95-2D90-428D-8D11-71E7EE645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0D859-0BFA-4632-8CFB-F338A53676A5}" type="datetimeFigureOut">
              <a:rPr lang="es-MX" smtClean="0"/>
              <a:t>06/12/2021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B6FFE48-3A0B-46F5-8293-6FE98170F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DE68171-8D0E-4AB4-BC79-1D5F51608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3D8CD3-1B21-4E62-B7A9-F48C1869984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151876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D47076-6EBE-4BFE-8BC3-9AE879328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A520E28-A3F3-48CC-B554-BAFC4E2504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3CAA185-68A5-46EF-9565-81AF22CCD1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A508E5A-A74D-4708-A19A-B5C47B6A7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0D859-0BFA-4632-8CFB-F338A53676A5}" type="datetimeFigureOut">
              <a:rPr lang="es-MX" smtClean="0"/>
              <a:t>06/12/2021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D71BF78-2407-490A-9300-3C8C5ACD9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E30E8A0-4E96-426A-961E-C0688EF23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3D8CD3-1B21-4E62-B7A9-F48C1869984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999698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0A31C6-34E6-4837-91A2-54490645C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22C3137-EC29-4DB9-B153-36997E787E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C13BBB0-4685-4C05-964A-9D8F5BA9FB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2EAA40C-BB76-4E30-A54F-A7DDB6DB87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5D6B78E-5503-43DA-97F9-3C225FC0E8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D78893B-FA09-41E1-8ABF-CDCCC7F4C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0D859-0BFA-4632-8CFB-F338A53676A5}" type="datetimeFigureOut">
              <a:rPr lang="es-MX" smtClean="0"/>
              <a:t>06/12/2021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1368067-F810-4068-9151-708FC05F8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7E82482F-FC81-4D79-8A64-10F50AD28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3D8CD3-1B21-4E62-B7A9-F48C1869984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516013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E16DC8-4744-4820-9B12-D7EAF3096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CCBE02B-A715-4E22-96A6-F49DECAFF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0D859-0BFA-4632-8CFB-F338A53676A5}" type="datetimeFigureOut">
              <a:rPr lang="es-MX" smtClean="0"/>
              <a:t>06/12/2021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373DBB4-0109-46EE-8D89-9263ACADD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4E354E9-AC54-420F-A0D0-1B0915721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3D8CD3-1B21-4E62-B7A9-F48C1869984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620300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A476FE6-5F56-4270-8850-CB48FF4C2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0D859-0BFA-4632-8CFB-F338A53676A5}" type="datetimeFigureOut">
              <a:rPr lang="es-MX" smtClean="0"/>
              <a:t>06/12/2021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9B8D058-7A6D-4D7E-8DDD-B003A3EEA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E9AAAE4-4B4E-450C-9774-AF6683D2D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3D8CD3-1B21-4E62-B7A9-F48C1869984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23149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145B82-C5C3-463D-9452-A1BB80B66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B844985-65F6-41B3-B154-97C6D287DB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45C5E58-C61D-45D0-94DF-2164BD1488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FDA98FB-5AD8-496B-A877-415EB64F9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0D859-0BFA-4632-8CFB-F338A53676A5}" type="datetimeFigureOut">
              <a:rPr lang="es-MX" smtClean="0"/>
              <a:t>06/12/2021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49FC117-731B-438A-B66D-85B9FA6C9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598E762-4EEB-4DFD-A04E-5C008D50D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3D8CD3-1B21-4E62-B7A9-F48C1869984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349893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27A736-E92D-4A3D-9FBA-126636C79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9E55F3F-C1B1-4DBC-95E9-C10ADA6BF4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F960BAC-6501-470C-8995-32E53E351A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5C0E3C8-2B68-4953-B6EF-8CF66EB8B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0D859-0BFA-4632-8CFB-F338A53676A5}" type="datetimeFigureOut">
              <a:rPr lang="es-MX" smtClean="0"/>
              <a:t>06/12/2021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CFAC851-6E64-42F3-BA80-E5D007DEC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BD1DC69-5BF6-4142-B181-42C8957D6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3D8CD3-1B21-4E62-B7A9-F48C1869984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449202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E304F0-7AD6-4B12-AB1A-A52BA0B13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7FB9614-68A8-4F97-BD71-7D050B6FD8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18F2A2D-AC50-4EDE-8F40-F12FFFC3E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0D859-0BFA-4632-8CFB-F338A53676A5}" type="datetimeFigureOut">
              <a:rPr lang="es-MX" smtClean="0"/>
              <a:t>06/12/2021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5B37E10-58A4-40EA-89F3-2B08A39B0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C942670-FD1B-4AB9-A8BE-7CF743AE1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3D8CD3-1B21-4E62-B7A9-F48C1869984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601363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38ACA2D-B8C5-4887-B764-E6785687CA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03AB81D-005A-44AD-962D-5FA8127848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7F0B898-BC97-4F9B-986B-38C1D627B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0D859-0BFA-4632-8CFB-F338A53676A5}" type="datetimeFigureOut">
              <a:rPr lang="es-MX" smtClean="0"/>
              <a:t>06/12/2021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7C1828D-2A1B-4C20-A684-D257D5D72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B4F0380-F2B3-47D0-99E0-180AC5250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3D8CD3-1B21-4E62-B7A9-F48C1869984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0882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9C0171E-C03A-4CCF-9F9C-1F55CC292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5E9E00F-6588-4C60-B7C3-807EFDF867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A9A3F81-A21C-4B9C-A67D-2E8EC6A63D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C0D859-0BFA-4632-8CFB-F338A53676A5}" type="datetimeFigureOut">
              <a:rPr lang="es-MX" smtClean="0"/>
              <a:t>06/12/2021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2311FD0-A0E4-410F-8CDD-D584F1DF70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12FF511-9A5F-4E0C-B3AD-3A5B55864B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3D8CD3-1B21-4E62-B7A9-F48C1869984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783973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3" name="Object 5">
            <a:extLst>
              <a:ext uri="{FF2B5EF4-FFF2-40B4-BE49-F238E27FC236}">
                <a16:creationId xmlns:a16="http://schemas.microsoft.com/office/drawing/2014/main" id="{CC979A8C-0798-4110-8869-14D34CFF76F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3091971"/>
              </p:ext>
            </p:extLst>
          </p:nvPr>
        </p:nvGraphicFramePr>
        <p:xfrm>
          <a:off x="355131" y="596422"/>
          <a:ext cx="1868488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3" name="Image" r:id="rId3" imgW="2768254" imgH="787024" progId="Photoshop.Image.11">
                  <p:embed/>
                </p:oleObj>
              </mc:Choice>
              <mc:Fallback>
                <p:oleObj name="Image" r:id="rId3" imgW="2768254" imgH="787024" progId="Photoshop.Image.11">
                  <p:embed/>
                  <p:pic>
                    <p:nvPicPr>
                      <p:cNvPr id="38" name="Object 5">
                        <a:extLst>
                          <a:ext uri="{FF2B5EF4-FFF2-40B4-BE49-F238E27FC236}">
                            <a16:creationId xmlns:a16="http://schemas.microsoft.com/office/drawing/2014/main" id="{E07C3C3D-90FB-48A5-9CA1-5D0E7F1608C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5131" y="596422"/>
                        <a:ext cx="1868488" cy="531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4" name="Título 1">
            <a:extLst>
              <a:ext uri="{FF2B5EF4-FFF2-40B4-BE49-F238E27FC236}">
                <a16:creationId xmlns:a16="http://schemas.microsoft.com/office/drawing/2014/main" id="{83EE2BD0-C76C-41B6-B1E9-31F577657925}"/>
              </a:ext>
            </a:extLst>
          </p:cNvPr>
          <p:cNvSpPr txBox="1">
            <a:spLocks/>
          </p:cNvSpPr>
          <p:nvPr/>
        </p:nvSpPr>
        <p:spPr>
          <a:xfrm>
            <a:off x="2400300" y="262486"/>
            <a:ext cx="8953500" cy="1325563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dirty="0"/>
              <a:t>Precio en </a:t>
            </a:r>
            <a:r>
              <a:rPr lang="es-ES" dirty="0" err="1"/>
              <a:t>Request</a:t>
            </a:r>
            <a:r>
              <a:rPr lang="es-ES" dirty="0"/>
              <a:t> del </a:t>
            </a:r>
            <a:r>
              <a:rPr lang="es-ES" dirty="0" err="1"/>
              <a:t>Spliter</a:t>
            </a:r>
            <a:endParaRPr lang="es-MX" dirty="0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EE8C3290-CA39-44A5-A62B-58F69C2AEB56}"/>
              </a:ext>
            </a:extLst>
          </p:cNvPr>
          <p:cNvSpPr txBox="1"/>
          <p:nvPr/>
        </p:nvSpPr>
        <p:spPr>
          <a:xfrm>
            <a:off x="466531" y="1720840"/>
            <a:ext cx="478660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>
                <a:latin typeface="Consolas" panose="020B0609020204030204" pitchFamily="49" charset="0"/>
              </a:rPr>
              <a:t>{</a:t>
            </a:r>
          </a:p>
          <a:p>
            <a:r>
              <a:rPr lang="es-MX" dirty="0">
                <a:latin typeface="Consolas" panose="020B0609020204030204" pitchFamily="49" charset="0"/>
              </a:rPr>
              <a:t>   "</a:t>
            </a:r>
            <a:r>
              <a:rPr lang="es-MX" dirty="0" err="1">
                <a:latin typeface="Consolas" panose="020B0609020204030204" pitchFamily="49" charset="0"/>
              </a:rPr>
              <a:t>action</a:t>
            </a:r>
            <a:r>
              <a:rPr lang="es-MX" dirty="0">
                <a:latin typeface="Consolas" panose="020B0609020204030204" pitchFamily="49" charset="0"/>
              </a:rPr>
              <a:t>":"</a:t>
            </a:r>
            <a:r>
              <a:rPr lang="es-MX" dirty="0" err="1">
                <a:latin typeface="Consolas" panose="020B0609020204030204" pitchFamily="49" charset="0"/>
              </a:rPr>
              <a:t>splitShipment</a:t>
            </a:r>
            <a:r>
              <a:rPr lang="es-MX" dirty="0">
                <a:latin typeface="Consolas" panose="020B0609020204030204" pitchFamily="49" charset="0"/>
              </a:rPr>
              <a:t>",</a:t>
            </a:r>
          </a:p>
          <a:p>
            <a:r>
              <a:rPr lang="es-MX" dirty="0">
                <a:latin typeface="Consolas" panose="020B0609020204030204" pitchFamily="49" charset="0"/>
              </a:rPr>
              <a:t>   "storeId":"24",</a:t>
            </a:r>
          </a:p>
          <a:p>
            <a:r>
              <a:rPr lang="es-MX" dirty="0">
                <a:latin typeface="Consolas" panose="020B0609020204030204" pitchFamily="49" charset="0"/>
              </a:rPr>
              <a:t>   "</a:t>
            </a:r>
            <a:r>
              <a:rPr lang="es-MX" dirty="0" err="1">
                <a:latin typeface="Consolas" panose="020B0609020204030204" pitchFamily="49" charset="0"/>
              </a:rPr>
              <a:t>postalCode</a:t>
            </a:r>
            <a:r>
              <a:rPr lang="es-MX" dirty="0">
                <a:latin typeface="Consolas" panose="020B0609020204030204" pitchFamily="49" charset="0"/>
              </a:rPr>
              <a:t>": " ",</a:t>
            </a:r>
          </a:p>
          <a:p>
            <a:r>
              <a:rPr lang="es-MX" dirty="0">
                <a:latin typeface="Consolas" panose="020B0609020204030204" pitchFamily="49" charset="0"/>
              </a:rPr>
              <a:t>   "</a:t>
            </a:r>
            <a:r>
              <a:rPr lang="es-MX" dirty="0" err="1">
                <a:latin typeface="Consolas" panose="020B0609020204030204" pitchFamily="49" charset="0"/>
              </a:rPr>
              <a:t>products</a:t>
            </a:r>
            <a:r>
              <a:rPr lang="es-MX" dirty="0">
                <a:latin typeface="Consolas" panose="020B0609020204030204" pitchFamily="49" charset="0"/>
              </a:rPr>
              <a:t>":[</a:t>
            </a:r>
          </a:p>
          <a:p>
            <a:r>
              <a:rPr lang="es-MX" dirty="0">
                <a:latin typeface="Consolas" panose="020B0609020204030204" pitchFamily="49" charset="0"/>
              </a:rPr>
              <a:t>        {</a:t>
            </a:r>
          </a:p>
          <a:p>
            <a:r>
              <a:rPr lang="es-MX" dirty="0">
                <a:latin typeface="Consolas" panose="020B0609020204030204" pitchFamily="49" charset="0"/>
              </a:rPr>
              <a:t>            "</a:t>
            </a:r>
            <a:r>
              <a:rPr lang="es-MX" dirty="0" err="1">
                <a:latin typeface="Consolas" panose="020B0609020204030204" pitchFamily="49" charset="0"/>
              </a:rPr>
              <a:t>barcode</a:t>
            </a:r>
            <a:r>
              <a:rPr lang="es-MX" dirty="0">
                <a:latin typeface="Consolas" panose="020B0609020204030204" pitchFamily="49" charset="0"/>
              </a:rPr>
              <a:t>": "11545851",</a:t>
            </a:r>
          </a:p>
          <a:p>
            <a:r>
              <a:rPr lang="es-MX" dirty="0">
                <a:latin typeface="Consolas" panose="020B0609020204030204" pitchFamily="49" charset="0"/>
              </a:rPr>
              <a:t>            "</a:t>
            </a:r>
            <a:r>
              <a:rPr lang="es-MX" dirty="0" err="1">
                <a:latin typeface="Consolas" panose="020B0609020204030204" pitchFamily="49" charset="0"/>
              </a:rPr>
              <a:t>quantity</a:t>
            </a:r>
            <a:r>
              <a:rPr lang="es-MX" dirty="0">
                <a:latin typeface="Consolas" panose="020B0609020204030204" pitchFamily="49" charset="0"/>
              </a:rPr>
              <a:t>": 1,</a:t>
            </a:r>
          </a:p>
          <a:p>
            <a:r>
              <a:rPr lang="es-MX" dirty="0">
                <a:latin typeface="Consolas" panose="020B0609020204030204" pitchFamily="49" charset="0"/>
              </a:rPr>
              <a:t>            </a:t>
            </a:r>
            <a:r>
              <a:rPr lang="es-MX" dirty="0">
                <a:highlight>
                  <a:srgbClr val="FFFF00"/>
                </a:highlight>
                <a:latin typeface="Consolas" panose="020B0609020204030204" pitchFamily="49" charset="0"/>
              </a:rPr>
              <a:t>"price":12.50</a:t>
            </a:r>
          </a:p>
          <a:p>
            <a:r>
              <a:rPr lang="es-MX" dirty="0">
                <a:latin typeface="Consolas" panose="020B0609020204030204" pitchFamily="49" charset="0"/>
              </a:rPr>
              <a:t>        }</a:t>
            </a:r>
          </a:p>
          <a:p>
            <a:r>
              <a:rPr lang="es-MX" dirty="0">
                <a:latin typeface="Consolas" panose="020B0609020204030204" pitchFamily="49" charset="0"/>
              </a:rPr>
              <a:t>    ]</a:t>
            </a:r>
          </a:p>
          <a:p>
            <a:r>
              <a:rPr lang="es-MX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47AE35A-472B-4CB3-83FB-339B1CFBBC57}"/>
              </a:ext>
            </a:extLst>
          </p:cNvPr>
          <p:cNvSpPr txBox="1"/>
          <p:nvPr/>
        </p:nvSpPr>
        <p:spPr>
          <a:xfrm>
            <a:off x="5514392" y="1720840"/>
            <a:ext cx="6008915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El objetivo del ajuste es que el </a:t>
            </a:r>
            <a:r>
              <a:rPr lang="es-ES" dirty="0" err="1"/>
              <a:t>Spliter</a:t>
            </a:r>
            <a:r>
              <a:rPr lang="es-ES" dirty="0"/>
              <a:t> pueda determinar el valor de un </a:t>
            </a:r>
            <a:r>
              <a:rPr lang="es-ES" dirty="0" err="1"/>
              <a:t>Shipment</a:t>
            </a:r>
            <a:r>
              <a:rPr lang="es-ES" dirty="0"/>
              <a:t> en función del precio calculado por el Front y no en base al precio de catálogo, como se tiene hoy.</a:t>
            </a:r>
          </a:p>
          <a:p>
            <a:endParaRPr lang="es-ES" dirty="0"/>
          </a:p>
          <a:p>
            <a:r>
              <a:rPr lang="es-ES" dirty="0"/>
              <a:t>Se incluirá la propiedad de precio en el objeto del producto en el </a:t>
            </a:r>
            <a:r>
              <a:rPr lang="es-ES" dirty="0" err="1"/>
              <a:t>Request</a:t>
            </a:r>
            <a:r>
              <a:rPr lang="es-ES" dirty="0"/>
              <a:t> del </a:t>
            </a:r>
            <a:r>
              <a:rPr lang="es-ES" dirty="0" err="1"/>
              <a:t>Spliter</a:t>
            </a:r>
            <a:r>
              <a:rPr lang="es-ES" dirty="0"/>
              <a:t> del </a:t>
            </a:r>
            <a:r>
              <a:rPr lang="es-ES" dirty="0" err="1"/>
              <a:t>Checkout</a:t>
            </a:r>
            <a:r>
              <a:rPr lang="es-ES" dirty="0"/>
              <a:t>. </a:t>
            </a:r>
          </a:p>
          <a:p>
            <a:endParaRPr lang="es-ES" dirty="0"/>
          </a:p>
          <a:p>
            <a:r>
              <a:rPr lang="es-ES" dirty="0"/>
              <a:t>El </a:t>
            </a:r>
            <a:r>
              <a:rPr lang="es-ES" dirty="0" err="1"/>
              <a:t>Spliter</a:t>
            </a:r>
            <a:r>
              <a:rPr lang="es-ES" dirty="0"/>
              <a:t> deberá de eliminar la consulta a la tabla de precios para considerar ahora este precio como base cálculo del total del </a:t>
            </a:r>
            <a:r>
              <a:rPr lang="es-ES" dirty="0" err="1"/>
              <a:t>Shipment</a:t>
            </a:r>
            <a:r>
              <a:rPr lang="es-ES" dirty="0"/>
              <a:t>.</a:t>
            </a:r>
          </a:p>
          <a:p>
            <a:endParaRPr lang="es-ES" dirty="0"/>
          </a:p>
          <a:p>
            <a:r>
              <a:rPr lang="es-ES" dirty="0"/>
              <a:t>El precio en “</a:t>
            </a:r>
            <a:r>
              <a:rPr lang="es-ES" dirty="0" err="1"/>
              <a:t>price</a:t>
            </a:r>
            <a:r>
              <a:rPr lang="es-ES" dirty="0"/>
              <a:t>” será unitario.</a:t>
            </a:r>
          </a:p>
          <a:p>
            <a:endParaRPr lang="es-ES" dirty="0"/>
          </a:p>
          <a:p>
            <a:r>
              <a:rPr lang="es-ES" dirty="0"/>
              <a:t>El valor de los artículos en un </a:t>
            </a:r>
            <a:r>
              <a:rPr lang="es-ES" dirty="0" err="1"/>
              <a:t>Shipment</a:t>
            </a:r>
            <a:r>
              <a:rPr lang="es-ES" dirty="0"/>
              <a:t> será la suma del producto de la cantidad por el precio de cada artículo.</a:t>
            </a:r>
          </a:p>
        </p:txBody>
      </p:sp>
    </p:spTree>
    <p:extLst>
      <p:ext uri="{BB962C8B-B14F-4D97-AF65-F5344CB8AC3E}">
        <p14:creationId xmlns:p14="http://schemas.microsoft.com/office/powerpoint/2010/main" val="27415347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3" name="Object 5">
            <a:extLst>
              <a:ext uri="{FF2B5EF4-FFF2-40B4-BE49-F238E27FC236}">
                <a16:creationId xmlns:a16="http://schemas.microsoft.com/office/drawing/2014/main" id="{CC979A8C-0798-4110-8869-14D34CFF76F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5131" y="596422"/>
          <a:ext cx="1868488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9" name="Image" r:id="rId3" imgW="2768254" imgH="787024" progId="Photoshop.Image.11">
                  <p:embed/>
                </p:oleObj>
              </mc:Choice>
              <mc:Fallback>
                <p:oleObj name="Image" r:id="rId3" imgW="2768254" imgH="787024" progId="Photoshop.Image.11">
                  <p:embed/>
                  <p:pic>
                    <p:nvPicPr>
                      <p:cNvPr id="123" name="Object 5">
                        <a:extLst>
                          <a:ext uri="{FF2B5EF4-FFF2-40B4-BE49-F238E27FC236}">
                            <a16:creationId xmlns:a16="http://schemas.microsoft.com/office/drawing/2014/main" id="{CC979A8C-0798-4110-8869-14D34CFF76F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5131" y="596422"/>
                        <a:ext cx="1868488" cy="531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4" name="Título 1">
            <a:extLst>
              <a:ext uri="{FF2B5EF4-FFF2-40B4-BE49-F238E27FC236}">
                <a16:creationId xmlns:a16="http://schemas.microsoft.com/office/drawing/2014/main" id="{83EE2BD0-C76C-41B6-B1E9-31F577657925}"/>
              </a:ext>
            </a:extLst>
          </p:cNvPr>
          <p:cNvSpPr txBox="1">
            <a:spLocks/>
          </p:cNvSpPr>
          <p:nvPr/>
        </p:nvSpPr>
        <p:spPr>
          <a:xfrm>
            <a:off x="2400300" y="262486"/>
            <a:ext cx="8953500" cy="1325563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 fontScale="9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dirty="0"/>
              <a:t>Cantidad en Response del </a:t>
            </a:r>
            <a:r>
              <a:rPr lang="es-ES" dirty="0" err="1"/>
              <a:t>Spliter</a:t>
            </a:r>
            <a:endParaRPr lang="es-MX" dirty="0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EE8C3290-CA39-44A5-A62B-58F69C2AEB56}"/>
              </a:ext>
            </a:extLst>
          </p:cNvPr>
          <p:cNvSpPr txBox="1"/>
          <p:nvPr/>
        </p:nvSpPr>
        <p:spPr>
          <a:xfrm>
            <a:off x="466531" y="1720840"/>
            <a:ext cx="478660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>
                <a:latin typeface="Consolas" panose="020B0609020204030204" pitchFamily="49" charset="0"/>
              </a:rPr>
              <a:t> "</a:t>
            </a:r>
            <a:r>
              <a:rPr lang="es-MX" dirty="0" err="1">
                <a:latin typeface="Consolas" panose="020B0609020204030204" pitchFamily="49" charset="0"/>
              </a:rPr>
              <a:t>products</a:t>
            </a:r>
            <a:r>
              <a:rPr lang="es-MX" dirty="0">
                <a:latin typeface="Consolas" panose="020B0609020204030204" pitchFamily="49" charset="0"/>
              </a:rPr>
              <a:t>": [</a:t>
            </a:r>
          </a:p>
          <a:p>
            <a:r>
              <a:rPr lang="es-MX" dirty="0">
                <a:latin typeface="Consolas" panose="020B0609020204030204" pitchFamily="49" charset="0"/>
              </a:rPr>
              <a:t>      {</a:t>
            </a:r>
          </a:p>
          <a:p>
            <a:r>
              <a:rPr lang="es-MX" dirty="0">
                <a:latin typeface="Consolas" panose="020B0609020204030204" pitchFamily="49" charset="0"/>
              </a:rPr>
              <a:t>          "</a:t>
            </a:r>
            <a:r>
              <a:rPr lang="es-MX" dirty="0" err="1">
                <a:latin typeface="Consolas" panose="020B0609020204030204" pitchFamily="49" charset="0"/>
              </a:rPr>
              <a:t>barcode</a:t>
            </a:r>
            <a:r>
              <a:rPr lang="es-MX" dirty="0">
                <a:latin typeface="Consolas" panose="020B0609020204030204" pitchFamily="49" charset="0"/>
              </a:rPr>
              <a:t>": "11590923",</a:t>
            </a:r>
          </a:p>
          <a:p>
            <a:r>
              <a:rPr lang="es-MX" dirty="0">
                <a:latin typeface="Consolas" panose="020B0609020204030204" pitchFamily="49" charset="0"/>
              </a:rPr>
              <a:t>         </a:t>
            </a:r>
            <a:r>
              <a:rPr lang="es-MX" dirty="0">
                <a:highlight>
                  <a:srgbClr val="FFFF00"/>
                </a:highlight>
                <a:latin typeface="Consolas" panose="020B0609020204030204" pitchFamily="49" charset="0"/>
              </a:rPr>
              <a:t> "</a:t>
            </a:r>
            <a:r>
              <a:rPr lang="es-MX" dirty="0" err="1">
                <a:highlight>
                  <a:srgbClr val="FFFF00"/>
                </a:highlight>
                <a:latin typeface="Consolas" panose="020B0609020204030204" pitchFamily="49" charset="0"/>
              </a:rPr>
              <a:t>quantity</a:t>
            </a:r>
            <a:r>
              <a:rPr lang="es-MX" dirty="0">
                <a:highlight>
                  <a:srgbClr val="FFFF00"/>
                </a:highlight>
                <a:latin typeface="Consolas" panose="020B0609020204030204" pitchFamily="49" charset="0"/>
              </a:rPr>
              <a:t>": 1</a:t>
            </a:r>
          </a:p>
          <a:p>
            <a:r>
              <a:rPr lang="es-MX" dirty="0">
                <a:latin typeface="Consolas" panose="020B0609020204030204" pitchFamily="49" charset="0"/>
              </a:rPr>
              <a:t>      }</a:t>
            </a:r>
          </a:p>
          <a:p>
            <a:r>
              <a:rPr lang="es-MX" dirty="0">
                <a:latin typeface="Consolas" panose="020B0609020204030204" pitchFamily="49" charset="0"/>
              </a:rPr>
              <a:t> ]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47AE35A-472B-4CB3-83FB-339B1CFBBC57}"/>
              </a:ext>
            </a:extLst>
          </p:cNvPr>
          <p:cNvSpPr txBox="1"/>
          <p:nvPr/>
        </p:nvSpPr>
        <p:spPr>
          <a:xfrm>
            <a:off x="5514392" y="1720840"/>
            <a:ext cx="600891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El objetivo del ajuste es que el </a:t>
            </a:r>
            <a:r>
              <a:rPr lang="es-ES" dirty="0" err="1"/>
              <a:t>Spliter</a:t>
            </a:r>
            <a:r>
              <a:rPr lang="es-ES" dirty="0"/>
              <a:t> en el response ahora definirá la cantidad de artículos que irán de un producto en un </a:t>
            </a:r>
            <a:r>
              <a:rPr lang="es-ES" dirty="0" err="1"/>
              <a:t>Shipment</a:t>
            </a:r>
            <a:r>
              <a:rPr lang="es-ES" dirty="0"/>
              <a:t>.</a:t>
            </a:r>
          </a:p>
          <a:p>
            <a:endParaRPr lang="es-ES" dirty="0"/>
          </a:p>
          <a:p>
            <a:r>
              <a:rPr lang="es-ES" dirty="0"/>
              <a:t>Lo que se busca es que para aquellas situaciones en las que un producto queda distribuido en más de un </a:t>
            </a:r>
            <a:r>
              <a:rPr lang="es-ES" dirty="0" err="1"/>
              <a:t>Shipment</a:t>
            </a:r>
            <a:r>
              <a:rPr lang="es-ES" dirty="0"/>
              <a:t>, sea el </a:t>
            </a:r>
            <a:r>
              <a:rPr lang="es-ES" dirty="0" err="1"/>
              <a:t>Spliter</a:t>
            </a:r>
            <a:r>
              <a:rPr lang="es-ES" dirty="0"/>
              <a:t> quien determine la cantidad a asignar.</a:t>
            </a:r>
          </a:p>
        </p:txBody>
      </p:sp>
    </p:spTree>
    <p:extLst>
      <p:ext uri="{BB962C8B-B14F-4D97-AF65-F5344CB8AC3E}">
        <p14:creationId xmlns:p14="http://schemas.microsoft.com/office/powerpoint/2010/main" val="266122517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1796</TotalTime>
  <Words>252</Words>
  <Application>Microsoft Office PowerPoint</Application>
  <PresentationFormat>Panorámica</PresentationFormat>
  <Paragraphs>32</Paragraphs>
  <Slides>2</Slides>
  <Notes>0</Notes>
  <HiddenSlides>0</HiddenSlides>
  <MMClips>0</MMClips>
  <ScaleCrop>false</ScaleCrop>
  <HeadingPairs>
    <vt:vector size="8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8" baseType="lpstr">
      <vt:lpstr>Arial</vt:lpstr>
      <vt:lpstr>Calibri</vt:lpstr>
      <vt:lpstr>Calibri Light</vt:lpstr>
      <vt:lpstr>Consolas</vt:lpstr>
      <vt:lpstr>Tema de Office</vt:lpstr>
      <vt:lpstr>Image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Gutierrez Rosas, Antonio</dc:creator>
  <cp:lastModifiedBy>Gutierrez Rosas, Antonio</cp:lastModifiedBy>
  <cp:revision>12</cp:revision>
  <dcterms:created xsi:type="dcterms:W3CDTF">2021-11-02T20:40:28Z</dcterms:created>
  <dcterms:modified xsi:type="dcterms:W3CDTF">2021-12-06T23:04:18Z</dcterms:modified>
</cp:coreProperties>
</file>