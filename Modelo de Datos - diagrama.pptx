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Estilo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Estilo oscuro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Estilo oscuro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202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5DCD9-0D8B-43EA-B084-ACFA392C839E}" type="datetimeFigureOut">
              <a:rPr lang="es-MX" smtClean="0"/>
              <a:t>10/01/2021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6D9BC-5154-4452-BE54-2A71BFE8817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06416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5DCD9-0D8B-43EA-B084-ACFA392C839E}" type="datetimeFigureOut">
              <a:rPr lang="es-MX" smtClean="0"/>
              <a:t>10/01/2021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6D9BC-5154-4452-BE54-2A71BFE8817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48560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5DCD9-0D8B-43EA-B084-ACFA392C839E}" type="datetimeFigureOut">
              <a:rPr lang="es-MX" smtClean="0"/>
              <a:t>10/01/2021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6D9BC-5154-4452-BE54-2A71BFE8817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83099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5DCD9-0D8B-43EA-B084-ACFA392C839E}" type="datetimeFigureOut">
              <a:rPr lang="es-MX" smtClean="0"/>
              <a:t>10/01/2021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6D9BC-5154-4452-BE54-2A71BFE8817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24495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5DCD9-0D8B-43EA-B084-ACFA392C839E}" type="datetimeFigureOut">
              <a:rPr lang="es-MX" smtClean="0"/>
              <a:t>10/01/2021</a:t>
            </a:fld>
            <a:endParaRPr lang="es-MX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6D9BC-5154-4452-BE54-2A71BFE8817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77168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5DCD9-0D8B-43EA-B084-ACFA392C839E}" type="datetimeFigureOut">
              <a:rPr lang="es-MX" smtClean="0"/>
              <a:t>10/01/2021</a:t>
            </a:fld>
            <a:endParaRPr lang="es-MX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6D9BC-5154-4452-BE54-2A71BFE8817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40075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5DCD9-0D8B-43EA-B084-ACFA392C839E}" type="datetimeFigureOut">
              <a:rPr lang="es-MX" smtClean="0"/>
              <a:t>10/01/2021</a:t>
            </a:fld>
            <a:endParaRPr lang="es-MX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6D9BC-5154-4452-BE54-2A71BFE8817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618136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5DCD9-0D8B-43EA-B084-ACFA392C839E}" type="datetimeFigureOut">
              <a:rPr lang="es-MX" smtClean="0"/>
              <a:t>10/01/2021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6D9BC-5154-4452-BE54-2A71BFE8817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843354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5DCD9-0D8B-43EA-B084-ACFA392C839E}" type="datetimeFigureOut">
              <a:rPr lang="es-MX" smtClean="0"/>
              <a:t>10/01/2021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6D9BC-5154-4452-BE54-2A71BFE8817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8886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5DCD9-0D8B-43EA-B084-ACFA392C839E}" type="datetimeFigureOut">
              <a:rPr lang="es-MX" smtClean="0"/>
              <a:t>10/01/2021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6D9BC-5154-4452-BE54-2A71BFE8817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23491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5DCD9-0D8B-43EA-B084-ACFA392C839E}" type="datetimeFigureOut">
              <a:rPr lang="es-MX" smtClean="0"/>
              <a:t>10/01/2021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6D9BC-5154-4452-BE54-2A71BFE8817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37123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25DCD9-0D8B-43EA-B084-ACFA392C839E}" type="datetimeFigureOut">
              <a:rPr lang="es-MX" smtClean="0"/>
              <a:t>10/01/2021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76D9BC-5154-4452-BE54-2A71BFE8817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68697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59537"/>
            <a:ext cx="12192000" cy="5605920"/>
          </a:xfrm>
          <a:prstGeom prst="rect">
            <a:avLst/>
          </a:prstGeom>
        </p:spPr>
      </p:pic>
      <p:graphicFrame>
        <p:nvGraphicFramePr>
          <p:cNvPr id="5" name="Tab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9891480"/>
              </p:ext>
            </p:extLst>
          </p:nvPr>
        </p:nvGraphicFramePr>
        <p:xfrm>
          <a:off x="0" y="1"/>
          <a:ext cx="4064000" cy="123444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2032000"/>
                <a:gridCol w="2032000"/>
              </a:tblGrid>
              <a:tr h="0">
                <a:tc gridSpan="2">
                  <a:txBody>
                    <a:bodyPr/>
                    <a:lstStyle/>
                    <a:p>
                      <a:r>
                        <a:rPr lang="es-MX" sz="1100" dirty="0" smtClean="0"/>
                        <a:t>Modelo de datos</a:t>
                      </a:r>
                      <a:endParaRPr lang="es-MX" sz="11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</a:tr>
              <a:tr h="185741">
                <a:tc gridSpan="2">
                  <a:txBody>
                    <a:bodyPr/>
                    <a:lstStyle/>
                    <a:p>
                      <a:r>
                        <a:rPr lang="es-MX" sz="1000" dirty="0" smtClean="0"/>
                        <a:t>Modelo: Orden de compra, con secciones</a:t>
                      </a:r>
                      <a:r>
                        <a:rPr lang="es-MX" sz="1000" baseline="0" dirty="0" smtClean="0"/>
                        <a:t> completas.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</a:tr>
              <a:tr h="185741">
                <a:tc gridSpan="2">
                  <a:txBody>
                    <a:bodyPr/>
                    <a:lstStyle/>
                    <a:p>
                      <a:r>
                        <a:rPr lang="es-MX" sz="1000" baseline="0" dirty="0" smtClean="0"/>
                        <a:t>Diagrama: Orden OMS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</a:tr>
              <a:tr h="185741">
                <a:tc>
                  <a:txBody>
                    <a:bodyPr/>
                    <a:lstStyle/>
                    <a:p>
                      <a:r>
                        <a:rPr lang="es-MX" sz="1000" baseline="0" dirty="0" smtClean="0"/>
                        <a:t>Autor: </a:t>
                      </a:r>
                      <a:r>
                        <a:rPr lang="es-MX" sz="1000" baseline="0" dirty="0" err="1" smtClean="0"/>
                        <a:t>ItechDev</a:t>
                      </a:r>
                      <a:endParaRPr lang="es-MX" sz="1000" baseline="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000" baseline="0" dirty="0" smtClean="0"/>
                        <a:t>Fecha: 09/01/2021</a:t>
                      </a:r>
                    </a:p>
                  </a:txBody>
                  <a:tcPr/>
                </a:tc>
              </a:tr>
              <a:tr h="207638">
                <a:tc gridSpan="2">
                  <a:txBody>
                    <a:bodyPr/>
                    <a:lstStyle/>
                    <a:p>
                      <a:r>
                        <a:rPr lang="es-MX" sz="1000" baseline="0" dirty="0" smtClean="0"/>
                        <a:t>Versión: </a:t>
                      </a:r>
                      <a:r>
                        <a:rPr lang="es-MX" sz="1000" baseline="0" dirty="0" smtClean="0"/>
                        <a:t>1.0 [https://app.sqldbm.com/SQLServer/Edit/p147005/#]</a:t>
                      </a:r>
                      <a:endParaRPr lang="es-MX" sz="1000" baseline="0" dirty="0" smtClean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36988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1549797"/>
              </p:ext>
            </p:extLst>
          </p:nvPr>
        </p:nvGraphicFramePr>
        <p:xfrm>
          <a:off x="0" y="1"/>
          <a:ext cx="4064000" cy="123444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2032000"/>
                <a:gridCol w="2032000"/>
              </a:tblGrid>
              <a:tr h="0">
                <a:tc gridSpan="2">
                  <a:txBody>
                    <a:bodyPr/>
                    <a:lstStyle/>
                    <a:p>
                      <a:r>
                        <a:rPr lang="es-MX" sz="1100" dirty="0" smtClean="0"/>
                        <a:t>Modelo de datos</a:t>
                      </a:r>
                      <a:endParaRPr lang="es-MX" sz="11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</a:tr>
              <a:tr h="185741">
                <a:tc gridSpan="2">
                  <a:txBody>
                    <a:bodyPr/>
                    <a:lstStyle/>
                    <a:p>
                      <a:r>
                        <a:rPr lang="es-MX" sz="1000" dirty="0" smtClean="0"/>
                        <a:t>Modelo: Unidad de ejecución de la orden de</a:t>
                      </a:r>
                      <a:r>
                        <a:rPr lang="es-MX" sz="1000" baseline="0" dirty="0" smtClean="0"/>
                        <a:t> compra.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</a:tr>
              <a:tr h="185741">
                <a:tc gridSpan="2">
                  <a:txBody>
                    <a:bodyPr/>
                    <a:lstStyle/>
                    <a:p>
                      <a:r>
                        <a:rPr lang="es-MX" sz="1000" baseline="0" dirty="0" smtClean="0"/>
                        <a:t>Diagrama: Orden OMS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</a:tr>
              <a:tr h="185741">
                <a:tc>
                  <a:txBody>
                    <a:bodyPr/>
                    <a:lstStyle/>
                    <a:p>
                      <a:r>
                        <a:rPr lang="es-MX" sz="1000" baseline="0" dirty="0" smtClean="0"/>
                        <a:t>Autor: </a:t>
                      </a:r>
                      <a:r>
                        <a:rPr lang="es-MX" sz="1000" baseline="0" dirty="0" err="1" smtClean="0"/>
                        <a:t>ItechDev</a:t>
                      </a:r>
                      <a:endParaRPr lang="es-MX" sz="1000" baseline="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000" baseline="0" dirty="0" smtClean="0"/>
                        <a:t>Fecha: 09/01/2021</a:t>
                      </a:r>
                    </a:p>
                  </a:txBody>
                  <a:tcPr/>
                </a:tc>
              </a:tr>
              <a:tr h="207638">
                <a:tc gridSpan="2">
                  <a:txBody>
                    <a:bodyPr/>
                    <a:lstStyle/>
                    <a:p>
                      <a:r>
                        <a:rPr lang="es-MX" sz="1000" baseline="0" dirty="0" smtClean="0"/>
                        <a:t>Versión: 1.0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46815"/>
            <a:ext cx="12192000" cy="5606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0174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1349831"/>
              </p:ext>
            </p:extLst>
          </p:nvPr>
        </p:nvGraphicFramePr>
        <p:xfrm>
          <a:off x="0" y="1"/>
          <a:ext cx="4064000" cy="123444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2032000"/>
                <a:gridCol w="2032000"/>
              </a:tblGrid>
              <a:tr h="0">
                <a:tc gridSpan="2">
                  <a:txBody>
                    <a:bodyPr/>
                    <a:lstStyle/>
                    <a:p>
                      <a:r>
                        <a:rPr lang="es-MX" sz="1100" dirty="0" smtClean="0"/>
                        <a:t>Modelo de datos</a:t>
                      </a:r>
                      <a:endParaRPr lang="es-MX" sz="11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</a:tr>
              <a:tr h="185741">
                <a:tc gridSpan="2">
                  <a:txBody>
                    <a:bodyPr/>
                    <a:lstStyle/>
                    <a:p>
                      <a:r>
                        <a:rPr lang="es-MX" sz="1000" dirty="0" smtClean="0"/>
                        <a:t>Modelo: </a:t>
                      </a:r>
                      <a:r>
                        <a:rPr lang="es-MX" sz="1000" dirty="0" err="1" smtClean="0"/>
                        <a:t>Kardex</a:t>
                      </a:r>
                      <a:r>
                        <a:rPr lang="es-MX" sz="1000" dirty="0" smtClean="0"/>
                        <a:t> de la unidad de ejecución de la orden de</a:t>
                      </a:r>
                      <a:r>
                        <a:rPr lang="es-MX" sz="1000" baseline="0" dirty="0" smtClean="0"/>
                        <a:t> compra.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</a:tr>
              <a:tr h="185741">
                <a:tc gridSpan="2">
                  <a:txBody>
                    <a:bodyPr/>
                    <a:lstStyle/>
                    <a:p>
                      <a:r>
                        <a:rPr lang="es-MX" sz="1000" baseline="0" dirty="0" smtClean="0"/>
                        <a:t>Diagrama: Orden OMS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</a:tr>
              <a:tr h="185741">
                <a:tc>
                  <a:txBody>
                    <a:bodyPr/>
                    <a:lstStyle/>
                    <a:p>
                      <a:r>
                        <a:rPr lang="es-MX" sz="1000" baseline="0" dirty="0" smtClean="0"/>
                        <a:t>Autor: </a:t>
                      </a:r>
                      <a:r>
                        <a:rPr lang="es-MX" sz="1000" baseline="0" dirty="0" err="1" smtClean="0"/>
                        <a:t>ItechDev</a:t>
                      </a:r>
                      <a:endParaRPr lang="es-MX" sz="1000" baseline="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000" baseline="0" dirty="0" smtClean="0"/>
                        <a:t>Fecha: 09/01/2021</a:t>
                      </a:r>
                    </a:p>
                  </a:txBody>
                  <a:tcPr/>
                </a:tc>
              </a:tr>
              <a:tr h="207638">
                <a:tc gridSpan="2">
                  <a:txBody>
                    <a:bodyPr/>
                    <a:lstStyle/>
                    <a:p>
                      <a:r>
                        <a:rPr lang="es-MX" sz="1000" baseline="0" dirty="0" smtClean="0"/>
                        <a:t>Versión: 1.0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96242"/>
            <a:ext cx="12192000" cy="5652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55366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838</TotalTime>
  <Words>88</Words>
  <Application>Microsoft Office PowerPoint</Application>
  <PresentationFormat>Panorámica</PresentationFormat>
  <Paragraphs>18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eliseo gijon romero</dc:creator>
  <cp:lastModifiedBy>eliseo gijon romero</cp:lastModifiedBy>
  <cp:revision>4</cp:revision>
  <dcterms:created xsi:type="dcterms:W3CDTF">2021-01-11T01:24:43Z</dcterms:created>
  <dcterms:modified xsi:type="dcterms:W3CDTF">2021-01-11T15:26:53Z</dcterms:modified>
</cp:coreProperties>
</file>